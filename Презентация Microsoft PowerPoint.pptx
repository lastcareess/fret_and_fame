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34AB3-4B48-486C-8795-66A5CE603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3185C5-E67D-276A-94E2-93DC43585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0C5CDC-800B-FF24-DED4-9EED6293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456FAD-4FBC-AAE9-F9C7-9B1CA504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2E65BA-90F2-A0D8-B78D-F96231763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67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F808A2-E180-44DD-DB6E-C7D7A931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6ACCA-59E5-C265-BEDC-B3A0C031C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2DC549-5017-F765-E046-C672A2ED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9E4F63-7A70-FCFF-94CC-58E35A4FC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0A58A-9662-BFB7-DA4A-1720663C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82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6142D-FADA-B569-CC3A-35954C76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776E9C7-F673-8899-0086-E88E85AD1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B494A7-1AC3-22DC-6ECD-4BCE66E35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CD1804-9D68-0E8B-DBA2-EB10D151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BF525D-F074-0A7B-250E-A3AB096BA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304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6924B-9F39-67B3-71E4-5E670339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57AF14-4003-FA89-A6B2-E2989C668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E5D4F2-5DC8-D9A2-81A5-7A0464574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EF7071-37CE-EF71-E6D6-DB045EC06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4277832-1A96-B325-A5CA-534671E4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9157C6-6657-1589-4470-E9A9FF7E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817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4DEB9-EC60-D692-DFB2-FEEE6F78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8D596EA-CF9A-69B3-185C-A096BB38C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7EA648D-327F-2AFB-FAA4-91639E528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D1C1C53-65B3-768B-C29A-E59894F5D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46091B8-4530-13DF-98C1-2004C72C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1F430D1-255B-AFE8-F2D8-F0465D96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3260A2D-AAB6-C603-A197-18B819B8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8ED0A9-86B7-5C2E-27AA-93CCBD24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76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7896B7-2DAC-5086-C2E2-99804225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C9EACA-669A-1672-4924-2A4BFB43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0E6EED-101B-323B-F7F1-B0CEB1DA8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6F89304-CFF5-1913-C665-D37C7B12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56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5975EB-6DA7-C3C6-3ED9-A167639A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660E940-0520-3E75-C8F2-509F9924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2D8186-A249-7B70-876C-2B02C3A9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18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92964-3CCF-F1A4-404F-008B6850F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650BBB-EEA5-7DF3-722B-A28A4F451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3312D0-2007-B2DC-FE62-A29118F49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FA7C44-51F5-ED7F-34C6-CA60BD152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7AC28F-E7AC-0BD7-77CD-F7F14536E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533710-5CCC-87AF-FB76-B2EDEA36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05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44B53-3CF2-63E1-5C81-49908FE2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38D61D-19DA-7C6B-4D7E-151A730795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9DE021-EE99-0FDC-E95C-1359189187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B1C8DA4-F426-B77A-D2DE-3869D184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2D3304-E399-8188-6BDA-4D32EF263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87CC38-56EB-516B-3F3B-576CFFD6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54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11364E-CB7E-C876-0FD3-256C5025E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4F44A4-1358-D6D7-D426-51BCF2CDB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369C2-646D-2A6C-E3F9-5636A17C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499FE2-5CF1-4C1C-5E10-12600323A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EE41F5-5022-CD7D-FC84-6E8A1702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492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6223643-D3CE-3851-3462-395494500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87F6F1-CD38-5BFE-852E-1BC2D30FE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A14713-065D-01B9-8DC3-739CDC770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BAD7C0-EBD2-10C7-94B4-425691E39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D68884-6FAC-D727-2CDD-AC60A36B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54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FD7E4-F50F-4F0C-F00C-7E4EC147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3E3130-90C5-3E4C-1727-C7D82045A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C5F30E-EFEF-CFBB-EA65-E791173E7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1191D-3684-40F0-9499-A82F2A0322CD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B3ABB-CCD5-FE2B-AAA1-FE52B5BEE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406CBE-ACA9-BCFC-173A-CB4464395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37CF1-3183-40D1-AA28-E7804B64C6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165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9D253D7-CAAC-A2E3-308C-52642D194BBC}"/>
              </a:ext>
            </a:extLst>
          </p:cNvPr>
          <p:cNvSpPr/>
          <p:nvPr/>
        </p:nvSpPr>
        <p:spPr>
          <a:xfrm>
            <a:off x="0" y="0"/>
            <a:ext cx="2136618" cy="1140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9660AF9-7665-4650-C656-ACB43CC3832E}"/>
              </a:ext>
            </a:extLst>
          </p:cNvPr>
          <p:cNvSpPr/>
          <p:nvPr/>
        </p:nvSpPr>
        <p:spPr>
          <a:xfrm>
            <a:off x="1258432" y="0"/>
            <a:ext cx="878186" cy="114073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0F60D30-4CA3-AEA0-53D7-8FD04C67BF37}"/>
              </a:ext>
            </a:extLst>
          </p:cNvPr>
          <p:cNvSpPr/>
          <p:nvPr/>
        </p:nvSpPr>
        <p:spPr>
          <a:xfrm>
            <a:off x="67901" y="63374"/>
            <a:ext cx="561315" cy="506994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76BF98DC-48AF-1772-0430-4BAAF3B7F0A2}"/>
              </a:ext>
            </a:extLst>
          </p:cNvPr>
          <p:cNvCxnSpPr/>
          <p:nvPr/>
        </p:nvCxnSpPr>
        <p:spPr>
          <a:xfrm>
            <a:off x="1457608" y="235390"/>
            <a:ext cx="5613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240DB98-F6C0-65A0-AAFC-C78021E5660B}"/>
              </a:ext>
            </a:extLst>
          </p:cNvPr>
          <p:cNvCxnSpPr>
            <a:cxnSpLocks/>
          </p:cNvCxnSpPr>
          <p:nvPr/>
        </p:nvCxnSpPr>
        <p:spPr>
          <a:xfrm flipH="1">
            <a:off x="1457608" y="506994"/>
            <a:ext cx="5613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A5643DD-DABF-C750-4283-98D0DCE6CBAA}"/>
              </a:ext>
            </a:extLst>
          </p:cNvPr>
          <p:cNvCxnSpPr>
            <a:cxnSpLocks/>
          </p:cNvCxnSpPr>
          <p:nvPr/>
        </p:nvCxnSpPr>
        <p:spPr>
          <a:xfrm flipH="1">
            <a:off x="1457608" y="704662"/>
            <a:ext cx="5613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78A14D38-8C3E-3159-BD7C-1EFA13D3B753}"/>
              </a:ext>
            </a:extLst>
          </p:cNvPr>
          <p:cNvCxnSpPr>
            <a:cxnSpLocks/>
          </p:cNvCxnSpPr>
          <p:nvPr/>
        </p:nvCxnSpPr>
        <p:spPr>
          <a:xfrm flipH="1">
            <a:off x="1416867" y="894784"/>
            <a:ext cx="56131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3D5E720-640E-94CC-87FF-6A3DD467E19D}"/>
              </a:ext>
            </a:extLst>
          </p:cNvPr>
          <p:cNvSpPr/>
          <p:nvPr/>
        </p:nvSpPr>
        <p:spPr>
          <a:xfrm>
            <a:off x="2924269" y="0"/>
            <a:ext cx="5613149" cy="11407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23E4C9-7149-F2DF-CA6F-72FE2CDCE70C}"/>
              </a:ext>
            </a:extLst>
          </p:cNvPr>
          <p:cNvSpPr txBox="1"/>
          <p:nvPr/>
        </p:nvSpPr>
        <p:spPr>
          <a:xfrm>
            <a:off x="4535786" y="335330"/>
            <a:ext cx="1958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XP, Charisma, glory</a:t>
            </a:r>
            <a:endParaRPr lang="ru-RU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75BE183-C322-6021-999E-95B27F25E2C9}"/>
              </a:ext>
            </a:extLst>
          </p:cNvPr>
          <p:cNvSpPr/>
          <p:nvPr/>
        </p:nvSpPr>
        <p:spPr>
          <a:xfrm>
            <a:off x="9116840" y="0"/>
            <a:ext cx="3075160" cy="114073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19:25</a:t>
            </a:r>
            <a:endParaRPr lang="ru-RU" dirty="0"/>
          </a:p>
          <a:p>
            <a:pPr algn="ctr"/>
            <a:r>
              <a:rPr lang="ru-RU" dirty="0"/>
              <a:t>8000</a:t>
            </a:r>
            <a:r>
              <a:rPr lang="en-US" dirty="0"/>
              <a:t>$</a:t>
            </a:r>
          </a:p>
          <a:p>
            <a:pPr algn="ctr"/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7DF9F9E6-DD77-017E-69A1-942D39308518}"/>
              </a:ext>
            </a:extLst>
          </p:cNvPr>
          <p:cNvSpPr/>
          <p:nvPr/>
        </p:nvSpPr>
        <p:spPr>
          <a:xfrm>
            <a:off x="3674198" y="2145671"/>
            <a:ext cx="4843604" cy="29061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EB82F9C-BFC2-735D-CB77-5D8341169EDE}"/>
              </a:ext>
            </a:extLst>
          </p:cNvPr>
          <p:cNvSpPr/>
          <p:nvPr/>
        </p:nvSpPr>
        <p:spPr>
          <a:xfrm>
            <a:off x="6355533" y="2480650"/>
            <a:ext cx="1113576" cy="194649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75BECD0-FC3F-1268-8089-A72E1772FD53}"/>
              </a:ext>
            </a:extLst>
          </p:cNvPr>
          <p:cNvSpPr/>
          <p:nvPr/>
        </p:nvSpPr>
        <p:spPr>
          <a:xfrm>
            <a:off x="9335632" y="4427145"/>
            <a:ext cx="2637576" cy="22271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1118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</Words>
  <Application>Microsoft Office PowerPoint</Application>
  <PresentationFormat>Широкоэкранный</PresentationFormat>
  <Paragraphs>3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Top</dc:creator>
  <cp:lastModifiedBy>Top</cp:lastModifiedBy>
  <cp:revision>1</cp:revision>
  <dcterms:created xsi:type="dcterms:W3CDTF">2026-09-01T14:21:20Z</dcterms:created>
  <dcterms:modified xsi:type="dcterms:W3CDTF">2026-09-01T14:48:25Z</dcterms:modified>
</cp:coreProperties>
</file>